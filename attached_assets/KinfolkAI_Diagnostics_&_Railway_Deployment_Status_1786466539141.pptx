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785813"/>
            <a:ext cx="7858125" cy="18370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785813"/>
            <a:ext cx="7858125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493919" y="785813"/>
            <a:ext cx="7144" cy="18370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2615673"/>
            <a:ext cx="7858125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785813"/>
            <a:ext cx="71438" cy="1837004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928688" y="1324105"/>
            <a:ext cx="72866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KINFOLKAI DIAGNOSTICS &amp; RAILWAY DEPLOYMENT STATUS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864394" y="3106248"/>
            <a:ext cx="34147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AUDIT DETAILS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64394" y="3313416"/>
            <a:ext cx="3414713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Independent production audit</a:t>
            </a:r>
            <a:r>
              <a:rPr lang="en-US" sz="12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2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August 11, 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64894" y="3338419"/>
            <a:ext cx="34147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PREPARED BY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64894" y="3545588"/>
            <a:ext cx="34147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Manus AI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3581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8358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257300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835819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KINFOLKAI REMAINS A P0 LAUNCH BLOCKER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50081" y="1757363"/>
            <a:ext cx="36290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OPERATIONAL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50081" y="2000250"/>
            <a:ext cx="36290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production app, authentication, Map, and Kinfolk session navigation are functioning normally.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64894" y="1757363"/>
            <a:ext cx="36290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FAILING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64894" y="2000250"/>
            <a:ext cx="36290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KinfolkAI chat still returns a generic failure for both basic math and Phuket birthday planning.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8625" y="3071813"/>
            <a:ext cx="8286750" cy="1157288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938" y="3286125"/>
            <a:ext cx="78581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LAUNCH RECOMMENDATION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42938" y="3529013"/>
            <a:ext cx="7858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 campaign or tester launch should rely on KinfolkAI until the live chat route </a:t>
            </a: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returns </a:t>
            </a:r>
            <a:r>
              <a:rPr lang="en-US" sz="11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verified HTTP 200 responses</a:t>
            </a: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10013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11001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21619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110013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RAILWAY FIXES IMPROVED PREREQUISITES—NOT END-TO-END CHAT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8625" y="1800225"/>
            <a:ext cx="8286750" cy="324583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197" y="1803797"/>
            <a:ext cx="1794532" cy="612911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2197" y="1803797"/>
            <a:ext cx="1794532" cy="61291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DEPLOYMENT / CHANGE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25501" y="1803797"/>
            <a:ext cx="3435418" cy="609340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25501" y="1803797"/>
            <a:ext cx="3435418" cy="6093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REPLIT-REPORTED PURPOSE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60361" y="1803797"/>
            <a:ext cx="3051442" cy="609340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0361" y="1803797"/>
            <a:ext cx="3051442" cy="6093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INDEPENDENT RESULT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2197" y="2409565"/>
            <a:ext cx="1792077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Static bundle repair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224274" y="2409565"/>
            <a:ext cx="3436088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Serve the React bundle rather than HTML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06808" y="2556011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06808" y="2556011"/>
            <a:ext cx="2083184" cy="35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 current bundle loads correctly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2197" y="3062436"/>
            <a:ext cx="8279606" cy="6528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8"/>
          <p:cNvSpPr/>
          <p:nvPr/>
        </p:nvSpPr>
        <p:spPr>
          <a:xfrm>
            <a:off x="432197" y="3062436"/>
            <a:ext cx="1792077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Auth-token repair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224274" y="3062436"/>
            <a:ext cx="3436088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Prevent stale Bearer token from shadowing a valid session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06808" y="3208883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06808" y="3208883"/>
            <a:ext cx="2623263" cy="35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 authenticated navigation is stable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32197" y="3715308"/>
            <a:ext cx="1792077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Database table / fallback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224274" y="3715308"/>
            <a:ext cx="3436088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 missing AI-usage tables and protect pool checks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06808" y="3861755"/>
            <a:ext cx="771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proven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06808" y="3861755"/>
            <a:ext cx="2391817" cy="35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 chat still returns HTTP 500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32197" y="4368180"/>
            <a:ext cx="8279606" cy="6528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7"/>
          <p:cNvSpPr/>
          <p:nvPr/>
        </p:nvSpPr>
        <p:spPr>
          <a:xfrm>
            <a:off x="432197" y="4368180"/>
            <a:ext cx="1792077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Railway OpenAI variables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224274" y="4368180"/>
            <a:ext cx="3436088" cy="6528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Replace inaccessible Replit proxy URL and placeholder values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06808" y="4514627"/>
            <a:ext cx="16202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proven end-to-end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06808" y="4514627"/>
            <a:ext cx="2623263" cy="35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 chat still returns HTTP 500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9286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9286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50169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92868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557213" y="557213"/>
            <a:ext cx="802957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THE LIVE PLATFORM IS HEALTHY AROUND THE CHAT ROUTE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341" y="1568053"/>
            <a:ext cx="2754530" cy="441461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9341" y="1568053"/>
            <a:ext cx="2754530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SURFACE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93870" y="1568053"/>
            <a:ext cx="1517656" cy="441461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93870" y="1568053"/>
            <a:ext cx="1517656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PRODUCTION STATUS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9015" y="1568053"/>
            <a:ext cx="3995644" cy="437890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015" y="1568053"/>
            <a:ext cx="3995644" cy="437890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EVIDENCE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39341" y="2002371"/>
            <a:ext cx="2755813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Current JavaScript bundle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98738" y="2063093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06503" y="2002371"/>
            <a:ext cx="3998156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Returns JavaScript; app mounts normally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9341" y="2303804"/>
            <a:ext cx="8265319" cy="48142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6"/>
          <p:cNvSpPr/>
          <p:nvPr/>
        </p:nvSpPr>
        <p:spPr>
          <a:xfrm>
            <a:off x="439341" y="2303804"/>
            <a:ext cx="2755813" cy="481422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Login and authenticated navigation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98738" y="2454492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6503" y="2303804"/>
            <a:ext cx="3998156" cy="481422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 remains signed in across Map and KinfolkAI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9341" y="2785225"/>
            <a:ext cx="2755813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/api/kinfolk/sessions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98738" y="2845947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06503" y="2785225"/>
            <a:ext cx="3998156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Browser-observed HTTP 200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9341" y="3086658"/>
            <a:ext cx="8265319" cy="30143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3"/>
          <p:cNvSpPr/>
          <p:nvPr/>
        </p:nvSpPr>
        <p:spPr>
          <a:xfrm>
            <a:off x="439341" y="3086658"/>
            <a:ext cx="2755813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/api/kinfolk/preferences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98738" y="3147380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06503" y="3086658"/>
            <a:ext cx="3998156" cy="301433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Browser-observed HTTP 200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39341" y="3388091"/>
            <a:ext cx="2755813" cy="481422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/api/kinfolk/chat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298738" y="3538779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06503" y="3388091"/>
            <a:ext cx="3998156" cy="481422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Browser and direct authenticated test return HTTP 500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28625" y="3965953"/>
            <a:ext cx="8286750" cy="800100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2925" y="4051678"/>
            <a:ext cx="8058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DIAGNOSTIC INSIGHT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42925" y="4237416"/>
            <a:ext cx="8058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defect is isolated to the server-side chat execution pipeline, not the general site, browser cache, or user session.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10013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11001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21619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110013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TWO INDEPENDENT PRODUCTION TESTS REPRODUCE THE FAILURE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8625" y="1800225"/>
            <a:ext cx="4071938" cy="2218134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219" y="1978819"/>
            <a:ext cx="3714750" cy="23931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BROWSER INTERCEPTION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7219" y="2325291"/>
            <a:ext cx="3714750" cy="1500188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219" y="2325291"/>
            <a:ext cx="3714750" cy="150018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/api/kinfolk/chat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Payload: {"message":"What is 12 times 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8?","neighborVoice":true}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 500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{"error":"Kinfolk is having trouble answering 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that right now. Please try again in a moment."}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43438" y="1800225"/>
            <a:ext cx="4071938" cy="2189559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2031" y="1978819"/>
            <a:ext cx="3714750" cy="23931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DIRECT AUTHENTICATED REQUEST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22031" y="2325291"/>
            <a:ext cx="3714750" cy="1485900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2031" y="2325291"/>
            <a:ext cx="3714750" cy="14859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/api/auth/login-email → </a:t>
            </a:r>
            <a:r>
              <a:rPr lang="en-US" sz="800" b="1" dirty="0">
                <a:solidFill>
                  <a:srgbClr val="4CAF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 200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/api/kinfolk/chat → </a:t>
            </a:r>
            <a:r>
              <a:rPr lang="en-US" sz="8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 500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Same raw error body returned.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28625" y="4132659"/>
            <a:ext cx="8286750" cy="800100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7219" y="4375547"/>
            <a:ext cx="1785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⚠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2969" y="4311253"/>
            <a:ext cx="76438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Insight: A fresh bearer token does not resolve the failure; this is not a stale-session or browser-cache problem.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22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5822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003697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582216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557213" y="557213"/>
            <a:ext cx="80295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STARTUP CONNECTIVITY IS NOT A CHAT ACCEPTANCE TEST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28625" y="1139428"/>
            <a:ext cx="4100513" cy="2357438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213" y="1268016"/>
            <a:ext cx="3843338" cy="18573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MISCONCEPTION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57213" y="1539478"/>
            <a:ext cx="384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Railway’s reported startup message — </a:t>
            </a: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“AI </a:t>
            </a: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connectivity check: OK”</a:t>
            </a: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— only shows the </a:t>
            </a: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runtime can reach an OpenAI endpoint. It </a:t>
            </a: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does not validate the application logic.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4863" y="1139428"/>
            <a:ext cx="4100513" cy="2357438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43450" y="1268016"/>
            <a:ext cx="3843338" cy="18573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REALITY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743450" y="1553766"/>
            <a:ext cx="37719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real chat request requires multiple stages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43450" y="1782366"/>
            <a:ext cx="37719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before the browser receives a usable answer: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43450" y="1996678"/>
            <a:ext cx="3843338" cy="22860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 route authentication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43450" y="2268141"/>
            <a:ext cx="3843338" cy="22860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Usage-pool logic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43450" y="2539603"/>
            <a:ext cx="3843338" cy="22860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Database reads/writes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43450" y="2811066"/>
            <a:ext cx="3843338" cy="22860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 provider request configuration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43450" y="3082528"/>
            <a:ext cx="3843338" cy="22860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Response mapping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8625" y="3568303"/>
            <a:ext cx="8286750" cy="761479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43450" y="1996678"/>
            <a:ext cx="85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43450" y="2268141"/>
            <a:ext cx="85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43450" y="2539603"/>
            <a:ext cx="85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43450" y="2811066"/>
            <a:ext cx="85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43450" y="3082528"/>
            <a:ext cx="85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61892" y="3696891"/>
            <a:ext cx="10201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REQUIRED STANDARD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618729" y="3889772"/>
            <a:ext cx="5906486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Prove the full route, not only provider reachability.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93006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771525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THE REMAINING FAULT IS IN FOUR SERVER-SIDE STAGES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8625" y="1471613"/>
            <a:ext cx="4071938" cy="1535906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938" y="1721644"/>
            <a:ext cx="2860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36179" y="1760934"/>
            <a:ext cx="16851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REQUEST CONTRACT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2938" y="2207419"/>
            <a:ext cx="30089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current browser payload contains no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2938" y="2396728"/>
            <a:ext cx="717277" cy="196453"/>
          </a:xfrm>
          <a:prstGeom prst="rect">
            <a:avLst/>
          </a:prstGeom>
          <a:solidFill>
            <a:srgbClr val="FAFAFA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938" y="2396728"/>
            <a:ext cx="717277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sessionId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345927" y="2400300"/>
            <a:ext cx="26232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; confirm the active server route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2938" y="2400300"/>
            <a:ext cx="3634829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does not still require one.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43438" y="1471613"/>
            <a:ext cx="4071938" cy="1535906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7750" y="1721644"/>
            <a:ext cx="2860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250991" y="1760934"/>
            <a:ext cx="206945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USAGE-POOL/DATA LAYER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57750" y="2207419"/>
            <a:ext cx="540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7829" y="2203847"/>
            <a:ext cx="854404" cy="196453"/>
          </a:xfrm>
          <a:prstGeom prst="rect">
            <a:avLst/>
          </a:prstGeom>
          <a:solidFill>
            <a:srgbClr val="FAFAFA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7829" y="2203847"/>
            <a:ext cx="854404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checkAiPool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37945" y="2207419"/>
            <a:ext cx="1543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92261" y="2203847"/>
            <a:ext cx="1128768" cy="196453"/>
          </a:xfrm>
          <a:prstGeom prst="rect">
            <a:avLst/>
          </a:prstGeom>
          <a:solidFill>
            <a:srgbClr val="FAFAFA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92261" y="2203847"/>
            <a:ext cx="1128768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family_ai_usage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506742" y="2207419"/>
            <a:ext cx="3858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all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57750" y="2400300"/>
            <a:ext cx="27775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referenced columns, and runtime role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57750" y="2593181"/>
            <a:ext cx="92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permissions.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28625" y="3136106"/>
            <a:ext cx="4071938" cy="1535906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2938" y="3386138"/>
            <a:ext cx="2860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36179" y="3425428"/>
            <a:ext cx="178147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PROVIDER EXECUTION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2938" y="3864769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Verify model name, OpenAI request payload, key scope, quota, and upstream response within the actual chat request.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43438" y="3136106"/>
            <a:ext cx="4071938" cy="1521619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57750" y="3386138"/>
            <a:ext cx="2860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250991" y="3425428"/>
            <a:ext cx="165054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RESPONSE MAPPING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57750" y="3864769"/>
            <a:ext cx="3643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Verify a provider success is transformed into the JSON schema expected by the frontend.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19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10013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11001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21619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110013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REPLIT MUST CAPTURE ONE TRACED PRODUCTION REQUEST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0081" y="2021681"/>
            <a:ext cx="3629025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LOG SEQUENCE REQUIREMENT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0081" y="2375297"/>
            <a:ext cx="36290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 a request ID and log each stage for one production test: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0081" y="2903934"/>
            <a:ext cx="3629025" cy="1534344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081" y="2903934"/>
            <a:ext cx="3629025" cy="15343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kinfolk_chat_started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kinfolk_auth_succeeded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kinfolk_ai_pool_checked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kinfolk_provider_called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kinfolk_provider_completed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 kinfolk_chat_completed (HTTP 200)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64894" y="2021681"/>
            <a:ext cx="3629025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FAILURE CAPTURE REQUIREMENTS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64894" y="2375297"/>
            <a:ext cx="36290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it fails, capture the first </a:t>
            </a: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kinfolk_chat_failed</a:t>
            </a: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entry with: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64894" y="2868216"/>
            <a:ext cx="3629025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Exception name, error code, and message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64894" y="3181090"/>
            <a:ext cx="3629025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Source-file stack frame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64894" y="3493963"/>
            <a:ext cx="3629025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Upstream OpenAI status/body, if reached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64894" y="3806837"/>
            <a:ext cx="3629025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Final HTTP status sent to the browser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64894" y="4119711"/>
            <a:ext cx="3629025" cy="846534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64894" y="2896791"/>
            <a:ext cx="5140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864894" y="3209665"/>
            <a:ext cx="5140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864894" y="3522538"/>
            <a:ext cx="5140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864894" y="3835412"/>
            <a:ext cx="5140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007769" y="4262586"/>
            <a:ext cx="3343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CRITICAL SECURITY RULE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07769" y="4466183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Never log:</a:t>
            </a: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API keys, cookies, Bearer tokens, or </a:t>
            </a: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complete user messages.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0287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1028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450181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10287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DATABASE VALIDATION MUST USE THE API RUNTIME CONNECTION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9341" y="1596628"/>
            <a:ext cx="1467259" cy="261417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9341" y="1596628"/>
            <a:ext cx="1467259" cy="261417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REQUIRED CHECK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906600" y="1596628"/>
            <a:ext cx="3431902" cy="261417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6600" y="1596628"/>
            <a:ext cx="3431902" cy="261417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PASSING CONDITION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39341" y="1850901"/>
            <a:ext cx="1467259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Runtime database identity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906600" y="1850901"/>
            <a:ext cx="3431902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API service connection fingerprint matches the migration target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9341" y="2292362"/>
            <a:ext cx="4899161" cy="60147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3"/>
          <p:cNvSpPr/>
          <p:nvPr/>
        </p:nvSpPr>
        <p:spPr>
          <a:xfrm>
            <a:off x="542925" y="2418773"/>
            <a:ext cx="1085906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542925" y="2418773"/>
            <a:ext cx="1085906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family_ai_usage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2925" y="2593070"/>
            <a:ext cx="61726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existence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010184" y="2353084"/>
            <a:ext cx="68585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010184" y="2498806"/>
            <a:ext cx="2594632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8"/>
          <p:cNvSpPr/>
          <p:nvPr/>
        </p:nvSpPr>
        <p:spPr>
          <a:xfrm>
            <a:off x="2010184" y="2498806"/>
            <a:ext cx="2594632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to_regclass('public.family_ai_usage')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604817" y="2513093"/>
            <a:ext cx="4800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is not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010184" y="2658814"/>
            <a:ext cx="331515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1"/>
          <p:cNvSpPr/>
          <p:nvPr/>
        </p:nvSpPr>
        <p:spPr>
          <a:xfrm>
            <a:off x="2010184" y="2658814"/>
            <a:ext cx="331515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NULL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39341" y="2893833"/>
            <a:ext cx="1467259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Schema compatibility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010184" y="2954555"/>
            <a:ext cx="15773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Every field queried by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587558" y="2940267"/>
            <a:ext cx="811541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5"/>
          <p:cNvSpPr/>
          <p:nvPr/>
        </p:nvSpPr>
        <p:spPr>
          <a:xfrm>
            <a:off x="3587558" y="2940267"/>
            <a:ext cx="811541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checkAiPool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010184" y="2954555"/>
            <a:ext cx="3211897" cy="313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exists with a compatible type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39341" y="3335294"/>
            <a:ext cx="4899161" cy="44146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8"/>
          <p:cNvSpPr/>
          <p:nvPr/>
        </p:nvSpPr>
        <p:spPr>
          <a:xfrm>
            <a:off x="439341" y="3335294"/>
            <a:ext cx="1467259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Runtime permissions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010184" y="3396016"/>
            <a:ext cx="18516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Deployed role has required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861867" y="3381728"/>
            <a:ext cx="468641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3861867" y="3381728"/>
            <a:ext cx="468641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330508" y="3396016"/>
            <a:ext cx="1371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467690" y="3381728"/>
            <a:ext cx="468641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4"/>
          <p:cNvSpPr/>
          <p:nvPr/>
        </p:nvSpPr>
        <p:spPr>
          <a:xfrm>
            <a:off x="4467690" y="3381728"/>
            <a:ext cx="468641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INSERT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010184" y="3396016"/>
            <a:ext cx="2994738" cy="313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and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284549" y="3541737"/>
            <a:ext cx="468641" cy="18216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7"/>
          <p:cNvSpPr/>
          <p:nvPr/>
        </p:nvSpPr>
        <p:spPr>
          <a:xfrm>
            <a:off x="2284549" y="3541737"/>
            <a:ext cx="468641" cy="182166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UPDATE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753190" y="3556025"/>
            <a:ext cx="4800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rights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39341" y="3776756"/>
            <a:ext cx="1467259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Fallback behavior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906600" y="3776756"/>
            <a:ext cx="3431902" cy="441461"/>
          </a:xfrm>
          <a:prstGeom prst="rect">
            <a:avLst/>
          </a:prstGeom>
          <a:noFill/>
          <a:ln/>
        </p:spPr>
        <p:txBody>
          <a:bodyPr wrap="square" lIns="119126" tIns="68072" rIns="119126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pool-check failure is logged and handled without producing an opaque 500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434943" y="1585913"/>
            <a:ext cx="3280432" cy="2643020"/>
          </a:xfrm>
          <a:prstGeom prst="rect">
            <a:avLst/>
          </a:prstGeom>
          <a:solidFill>
            <a:srgbClr val="FAFAF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520668" y="2225167"/>
            <a:ext cx="3108982" cy="150019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REFERENCE: GEO AUDIT ACCOUNT STATUS</a:t>
            </a:r>
            <a:endParaRPr lang="en-US" sz="70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668" y="2446623"/>
            <a:ext cx="3108982" cy="114300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428625" y="4314658"/>
            <a:ext cx="8286750" cy="571500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71500" y="4518254"/>
            <a:ext cx="14549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CRITICAL DISTINCTION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2169300" y="4400383"/>
            <a:ext cx="64032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successful migration in one database does not prove the Railway API service is connected to that database.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10013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11001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21619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110013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RELEASE ONLY AFTER THREE BROWSER-LEVEL PROOFS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341" y="1410891"/>
            <a:ext cx="1796151" cy="464344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9341" y="1410891"/>
            <a:ext cx="1796151" cy="4643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ACCEPTANCE TEST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34989" y="1410891"/>
            <a:ext cx="6469670" cy="464344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34989" y="1410891"/>
            <a:ext cx="6469670" cy="4643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REQUIRED PASSING RESULT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5788" y="2021681"/>
            <a:ext cx="12344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Basic capability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80990" y="2021681"/>
            <a:ext cx="43977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“What is 12 times 8?” returns a visible, correct answer: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78693" y="2021681"/>
            <a:ext cx="1543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96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9341" y="2353866"/>
            <a:ext cx="8265319" cy="678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4"/>
          <p:cNvSpPr/>
          <p:nvPr/>
        </p:nvSpPr>
        <p:spPr>
          <a:xfrm>
            <a:off x="585788" y="2507456"/>
            <a:ext cx="1003027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Priority user journey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34543" y="2353866"/>
            <a:ext cx="6470117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Phuket birthday prompt returns a useful day-and-night plan using community-directory context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5788" y="3186113"/>
            <a:ext cx="13116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Session stability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34543" y="3032522"/>
            <a:ext cx="6470117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Map → KinfolkAI preserves authentication and a follow-up chat response succeeds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8625" y="3743325"/>
            <a:ext cx="8286750" cy="985838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938" y="3921919"/>
            <a:ext cx="7858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OWNER DECISION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42938" y="4107656"/>
            <a:ext cx="7858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KinfolkAI remains </a:t>
            </a:r>
            <a:r>
              <a:rPr lang="en-US" sz="10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Approved</a:t>
            </a: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until all three tests pass in a clean production browser </a:t>
            </a: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session.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8708231" y="428625"/>
            <a:ext cx="7144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93006"/>
            <a:ext cx="828675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28625"/>
            <a:ext cx="71438" cy="771525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642938"/>
            <a:ext cx="78581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IMMEDIATE NEXT ACTION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8625" y="1471613"/>
            <a:ext cx="4071938" cy="3157370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4375" y="1757363"/>
            <a:ext cx="3500438" cy="38576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REPLIT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4375" y="2357438"/>
            <a:ext cx="3500438" cy="251427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Trace one real production request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4375" y="2787458"/>
            <a:ext cx="3500438" cy="50285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Validate the runtime database </a:t>
            </a: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schema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4375" y="3468905"/>
            <a:ext cx="3500438" cy="251427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Repair the first failing stage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4375" y="3898925"/>
            <a:ext cx="3500438" cy="251427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Rerun the full acceptance sequence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43438" y="1471613"/>
            <a:ext cx="4071938" cy="3143083"/>
          </a:xfrm>
          <a:prstGeom prst="rect">
            <a:avLst/>
          </a:prstGeom>
          <a:solidFill>
            <a:srgbClr val="FFF5F3"/>
          </a:solidFill>
          <a:ln w="9144">
            <a:solidFill>
              <a:srgbClr val="C84B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4375" y="2400300"/>
            <a:ext cx="60052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14375" y="2830320"/>
            <a:ext cx="60052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14375" y="3511767"/>
            <a:ext cx="60052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4375" y="3941787"/>
            <a:ext cx="60052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929188" y="1757363"/>
            <a:ext cx="3500438" cy="38576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4B31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MANUS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29188" y="2500313"/>
            <a:ext cx="3500438" cy="148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Independently re-audits </a:t>
            </a:r>
            <a:r>
              <a:rPr lang="en-US" sz="13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ONLY </a:t>
            </a:r>
            <a:r>
              <a:rPr lang="en-US" sz="1300" b="1" dirty="0">
                <a:solidFill>
                  <a:srgbClr val="C84B3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AFTER</a:t>
            </a:r>
            <a:r>
              <a:rPr lang="en-US" sz="14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Replit provides the </a:t>
            </a:r>
            <a:r>
              <a:rPr lang="en-US" sz="14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redacted failure/success trace </a:t>
            </a:r>
            <a:r>
              <a:rPr lang="en-US" sz="14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and evidence of a clean browser </a:t>
            </a:r>
            <a:r>
              <a:rPr lang="en-US" sz="14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2026-08-11T16:42:00Z</dcterms:created>
  <dcterms:modified xsi:type="dcterms:W3CDTF">2026-08-11T16:42:00Z</dcterms:modified>
</cp:coreProperties>
</file>